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NanoFlowModel – Prezentare Generală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Autor: Octavian Știrbei</a:t>
            </a:r>
          </a:p>
          <a:p>
            <a:r>
              <a:t>Data: 3 Septembrie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Despre ce este vorba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NanoFlowModel explorează modul în care mișcarea Browniană poate fi direcționată pasiv.</a:t>
            </a:r>
          </a:p>
          <a:p>
            <a:r>
              <a:t>Folosind doar geometrie și materiale (reflectiv vs. absorbant).</a:t>
            </a:r>
          </a:p>
          <a:p>
            <a:r>
              <a:t>Fără aport de energie externă.</a:t>
            </a:r>
          </a:p>
          <a:p>
            <a:r>
              <a:t>Posibile aplicații în răcire pasivă, energie și nano-propulsie.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Baza Teoretică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Fundamente fizice ale modelului:</a:t>
            </a:r>
          </a:p>
          <a:p>
            <a:r>
              <a:t>Mișcare Browniană &amp; entropie</a:t>
            </a:r>
          </a:p>
          <a:p>
            <a:r>
              <a:t>Ecuațiile Fokker–Planck și Langevin</a:t>
            </a:r>
          </a:p>
          <a:p>
            <a:r>
              <a:t>Termodinamică (Legea II și III)</a:t>
            </a:r>
          </a:p>
          <a:p>
            <a:r>
              <a:t>Geometrie asimetrică și efect Bernoulli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Experimente Cheie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Simulări numerice realizate:</a:t>
            </a:r>
          </a:p>
          <a:p>
            <a:r>
              <a:t>Test003 – Heat Drift Geometry: Răcire pasivă cu ieșire tip coș.</a:t>
            </a:r>
          </a:p>
          <a:p>
            <a:r>
              <a:t>Test005 – Flow Amplifier: Cameră cu pereți asimetrici.</a:t>
            </a:r>
          </a:p>
          <a:p>
            <a:r>
              <a:t>Test007 – Amplificator Pasiv: Geometrie pură, fără logică.</a:t>
            </a:r>
          </a:p>
          <a:p>
            <a:r>
              <a:t>Test008 – Loop Flow: Reciclare pasivă a particulelor.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 Obținute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Concluzii din experimente:</a:t>
            </a:r>
          </a:p>
          <a:p>
            <a:r>
              <a:t>Flux direcționat obținut fără energie externă.</a:t>
            </a:r>
          </a:p>
          <a:p>
            <a:r>
              <a:t>Geometria + materialele pot induce mișcare netă.</a:t>
            </a:r>
          </a:p>
          <a:p>
            <a:r>
              <a:t>Modelul respectă legile termodinamicii.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Aplicații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Domenii de utilizare:</a:t>
            </a:r>
          </a:p>
          <a:p>
            <a:r>
              <a:t>Fațade inteligente și ventilație pasivă</a:t>
            </a:r>
          </a:p>
          <a:p>
            <a:r>
              <a:t>Micro-generatoare fără alimentare externă</a:t>
            </a:r>
          </a:p>
          <a:p>
            <a:r>
              <a:t>Sisteme de răcire off-grid pentru tiny homes</a:t>
            </a:r>
          </a:p>
          <a:p>
            <a:r>
              <a:t>Propulsie nano-robotică și senzori autonomi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NanoFlowModel este:</a:t>
            </a:r>
          </a:p>
          <a:p>
            <a:r>
              <a:t>Un model fizic viabil și inovator.</a:t>
            </a:r>
          </a:p>
          <a:p>
            <a:r>
              <a:t>Dovada că designul pasiv poate produce ordine din haos.</a:t>
            </a:r>
          </a:p>
          <a:p>
            <a:r>
              <a:t>Un pas spre sisteme energetice autonome și sustenabile.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